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7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9C86-3500-1B42-BF50-F6DDC8C45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2E093-369B-0F2E-536E-832F6C7EF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00358-BE8B-E3CB-246C-A87B0EEB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7EFE6-39B9-E9E1-ED9B-3874FF98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0BAC0-A3A1-B587-1B74-34DDF338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6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FB95-AF30-7CBC-4335-0042E8F9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12DE8-E8EA-09E7-AD6A-2F41429D9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9927C-37F7-3D49-2603-B31DD95F3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E2E8C-7B30-AF47-94AB-E14F42C5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024D-0CF3-186D-E36D-4BDE30EB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23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8600-7EC5-B9CA-CF5C-D571AD33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550C3-E653-20F0-73CD-64BF71A9C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C506B-0836-DE5E-4BDA-F66D634D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2FAC0-0FE7-37B0-3F91-1FA72705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D8A94-D933-67C4-2AB9-8C34B499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08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F085-1449-E5C2-4594-578302E3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5CBD6-9A87-36D1-7B73-80D0C85A11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0123-CD53-4704-DF8D-781E731F6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06AE2-8094-5987-FC67-D9F3D572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9A8DB-F7D2-ED9C-210C-36C54D5E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731D3-6137-555C-AAE6-7B25203C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01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B3B8-188B-1D6A-0CEA-79252EE70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09F89-C616-5AD5-BE2C-D73942806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92680-155B-8A1F-6AFF-DC4BF78B2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42B25-D8D6-49A8-6BC0-E90902232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E947E-8FBE-07F3-DDE7-2B55CC0B7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21BC6-511F-597D-C141-C9EBE1FEC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A5308-7F4C-1DF3-B63B-FE1C61D70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47587-36A1-F8E7-83BA-ACEE8C2E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3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D212-285C-3652-09E8-7D8B96B96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09591-B0A6-32A9-1074-CB99038F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1BBE7-FD46-371C-A0EE-80479B52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A3593-57E5-F552-FC32-BD55D866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88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43FCA5-0848-E0CB-9C1B-F86D2056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AA735-4635-8CCE-670F-1B1A62A1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CFE21-2348-B046-1981-B9355EFF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40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C44D8-6077-5E97-865A-35DD98496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010D1-0E18-14B0-2D09-6E5BA0BC1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B3CF4-E94F-8762-5A3F-11AC56428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43B32-BCD9-1DF7-0E81-2B2CC37A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042DB-86CD-267C-F6DA-44C90C41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2CA5D-8CBD-7FAD-11FF-196EE224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6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7565-A78B-245E-3CD6-6D31A224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45524-1146-3DCB-B21F-6DCF277CB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44F9E-034A-54CD-D2A5-9ABF1324A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45AB2-9EAC-1B58-A467-49FCD983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2278A-2025-19AF-8EBD-8921B128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03BA7-E3B4-8F74-A13D-75315150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95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E0AA-DF2D-A573-77E0-9B280A451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4EDDD-3BD7-CDAC-07B4-3CA33FEAB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F9D3-4F83-F981-B7B1-9EC42F08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EB9D4-40BB-027D-62A1-0642FD1B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16A51-2B48-60BF-5BAE-46D8E602B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92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445F6-D104-E46E-2341-761A22C37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9EB27-A6CB-0C6E-1FD8-CAE1EC3A0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AC4B-EB31-5CC2-A1FB-EA50DE5A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89B43-33D0-9FC0-59D2-A3631C1A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53F54-6274-28C5-6A2F-13CA87CF9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25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A1ACBB-E1D9-5F24-0D5E-B7B9B7CE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28D88-0926-2692-7144-0EDFFEF1A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D2D6B-9CB7-69C4-84F5-C439D6ECB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C9904-BD9C-455D-AC4D-4438A56158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F9A9B-3A02-93F3-B076-FA9C1EBEA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BECE0-8696-DB57-7CE0-CD69C9696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71BAE-2466-4E0C-AA0C-1E09B3CBF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64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179D-C614-03FB-675B-B202CF6C0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4408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Cloud Trends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CF747-3E5F-7BFA-8BFE-DDBBA98F1DDC}"/>
              </a:ext>
            </a:extLst>
          </p:cNvPr>
          <p:cNvSpPr txBox="1"/>
          <p:nvPr/>
        </p:nvSpPr>
        <p:spPr>
          <a:xfrm>
            <a:off x="1602659" y="2517058"/>
            <a:ext cx="95569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Internship Project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Cloud Computing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Rasmitha 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BE CSE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SNS college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17409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2829E-B232-F7BE-EE20-E0CD7167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ADF586-C0D6-C71C-34B0-12858B2A221B}"/>
              </a:ext>
            </a:extLst>
          </p:cNvPr>
          <p:cNvSpPr txBox="1"/>
          <p:nvPr/>
        </p:nvSpPr>
        <p:spPr>
          <a:xfrm>
            <a:off x="698091" y="462116"/>
            <a:ext cx="955695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Cloud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Computing?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the delivery of computing services over the internet. These services include servers, storage, databases, networking, software, and analytics.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Accessibility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Applications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</p:spTree>
    <p:extLst>
      <p:ext uri="{BB962C8B-B14F-4D97-AF65-F5344CB8AC3E}">
        <p14:creationId xmlns:p14="http://schemas.microsoft.com/office/powerpoint/2010/main" val="368842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92A6-C72E-51A4-EECC-00E30A03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31B8D-B641-79FC-F6D2-F45520CD058D}"/>
              </a:ext>
            </a:extLst>
          </p:cNvPr>
          <p:cNvSpPr txBox="1"/>
          <p:nvPr/>
        </p:nvSpPr>
        <p:spPr>
          <a:xfrm>
            <a:off x="698091" y="462116"/>
            <a:ext cx="955695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Cloud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Journey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Computing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servers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maintenance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Cloud Computing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On-demand resources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infrastructure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Pay-as-you-use model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digital transformation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business innovation</a:t>
            </a:r>
          </a:p>
        </p:txBody>
      </p:sp>
    </p:spTree>
    <p:extLst>
      <p:ext uri="{BB962C8B-B14F-4D97-AF65-F5344CB8AC3E}">
        <p14:creationId xmlns:p14="http://schemas.microsoft.com/office/powerpoint/2010/main" val="16268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CC5B-A4FC-149B-3F84-CD656248F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3A7C7-A919-85DF-10B3-B42B608F60A4}"/>
              </a:ext>
            </a:extLst>
          </p:cNvPr>
          <p:cNvSpPr txBox="1"/>
          <p:nvPr/>
        </p:nvSpPr>
        <p:spPr>
          <a:xfrm>
            <a:off x="698091" y="462116"/>
            <a:ext cx="95569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Cloud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Cloud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integrated with cloud computing helps organizations build intelligent applications without investing in expensive infrastructure.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 making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250791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1C673-6EB3-4C2C-9438-E4D6C9DC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5CFD4A-C527-1C99-C566-9E292B500B94}"/>
              </a:ext>
            </a:extLst>
          </p:cNvPr>
          <p:cNvSpPr txBox="1"/>
          <p:nvPr/>
        </p:nvSpPr>
        <p:spPr>
          <a:xfrm>
            <a:off x="698091" y="462116"/>
            <a:ext cx="955695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AI in Cloud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prediction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analysis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recommendations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systems</a:t>
            </a:r>
          </a:p>
        </p:txBody>
      </p:sp>
    </p:spTree>
    <p:extLst>
      <p:ext uri="{BB962C8B-B14F-4D97-AF65-F5344CB8AC3E}">
        <p14:creationId xmlns:p14="http://schemas.microsoft.com/office/powerpoint/2010/main" val="407778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4F882-089B-970D-7AB7-14AA4B94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8E62EC-3848-01B6-C905-0639E30D8339}"/>
              </a:ext>
            </a:extLst>
          </p:cNvPr>
          <p:cNvSpPr txBox="1"/>
          <p:nvPr/>
        </p:nvSpPr>
        <p:spPr>
          <a:xfrm>
            <a:off x="698091" y="462116"/>
            <a:ext cx="955695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Serverless Computing?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 allows developers to run applications without managing servers.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scaling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maintenance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execution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development </a:t>
            </a:r>
          </a:p>
        </p:txBody>
      </p:sp>
    </p:spTree>
    <p:extLst>
      <p:ext uri="{BB962C8B-B14F-4D97-AF65-F5344CB8AC3E}">
        <p14:creationId xmlns:p14="http://schemas.microsoft.com/office/powerpoint/2010/main" val="2830944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FB94E-D6A7-EEA8-286D-1440C92A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E5FBB0-47B2-9B10-E59F-099F4066F729}"/>
              </a:ext>
            </a:extLst>
          </p:cNvPr>
          <p:cNvSpPr txBox="1"/>
          <p:nvPr/>
        </p:nvSpPr>
        <p:spPr>
          <a:xfrm>
            <a:off x="698091" y="462116"/>
            <a:ext cx="955695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Serverless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websites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services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services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workflows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productivity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operational effort</a:t>
            </a:r>
          </a:p>
        </p:txBody>
      </p:sp>
    </p:spTree>
    <p:extLst>
      <p:ext uri="{BB962C8B-B14F-4D97-AF65-F5344CB8AC3E}">
        <p14:creationId xmlns:p14="http://schemas.microsoft.com/office/powerpoint/2010/main" val="2203379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AC4A-5C3D-214A-F483-7A6D18E7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3F1B4D-61FA-0E80-676A-6E86E14D17EF}"/>
              </a:ext>
            </a:extLst>
          </p:cNvPr>
          <p:cNvSpPr txBox="1"/>
          <p:nvPr/>
        </p:nvSpPr>
        <p:spPr>
          <a:xfrm>
            <a:off x="698091" y="462116"/>
            <a:ext cx="95569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Edge Computing?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processes data closer to the source instead of sending it to distant data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latency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response time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bandwidth usage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performance</a:t>
            </a:r>
          </a:p>
        </p:txBody>
      </p:sp>
    </p:spTree>
    <p:extLst>
      <p:ext uri="{BB962C8B-B14F-4D97-AF65-F5344CB8AC3E}">
        <p14:creationId xmlns:p14="http://schemas.microsoft.com/office/powerpoint/2010/main" val="4078324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B14CB-93D5-F118-8BFA-50F58A9A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2D40E2-6102-1F12-141F-DC5D263E136D}"/>
              </a:ext>
            </a:extLst>
          </p:cNvPr>
          <p:cNvSpPr txBox="1"/>
          <p:nvPr/>
        </p:nvSpPr>
        <p:spPr>
          <a:xfrm>
            <a:off x="698091" y="462116"/>
            <a:ext cx="955695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Edge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factories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patient monitoring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 systems </a:t>
            </a:r>
          </a:p>
        </p:txBody>
      </p:sp>
    </p:spTree>
    <p:extLst>
      <p:ext uri="{BB962C8B-B14F-4D97-AF65-F5344CB8AC3E}">
        <p14:creationId xmlns:p14="http://schemas.microsoft.com/office/powerpoint/2010/main" val="281836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61FD-F53A-DA33-5734-BD736119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CECE40-1BD8-F6AD-75C0-D8A93459ABE1}"/>
              </a:ext>
            </a:extLst>
          </p:cNvPr>
          <p:cNvSpPr txBox="1"/>
          <p:nvPr/>
        </p:nvSpPr>
        <p:spPr>
          <a:xfrm>
            <a:off x="698091" y="462116"/>
            <a:ext cx="955695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Cloud Security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protects applications, systems, and data from cyber threats.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Components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Reduction</a:t>
            </a:r>
          </a:p>
        </p:txBody>
      </p:sp>
    </p:spTree>
    <p:extLst>
      <p:ext uri="{BB962C8B-B14F-4D97-AF65-F5344CB8AC3E}">
        <p14:creationId xmlns:p14="http://schemas.microsoft.com/office/powerpoint/2010/main" val="320708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66E4-525E-6A68-F110-D369AF28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317387-6AE9-5E8C-3F7A-97AEEFF34E0C}"/>
              </a:ext>
            </a:extLst>
          </p:cNvPr>
          <p:cNvSpPr txBox="1"/>
          <p:nvPr/>
        </p:nvSpPr>
        <p:spPr>
          <a:xfrm>
            <a:off x="698091" y="462116"/>
            <a:ext cx="955695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of Cloud Computing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cloud platforms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data processing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human intervention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protection mechanisms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cloud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931289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9464-22FB-89AE-728D-804DB93A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2217A-6979-5BC2-B9A5-A5030C3F7D18}"/>
              </a:ext>
            </a:extLst>
          </p:cNvPr>
          <p:cNvSpPr txBox="1"/>
          <p:nvPr/>
        </p:nvSpPr>
        <p:spPr>
          <a:xfrm>
            <a:off x="698091" y="462116"/>
            <a:ext cx="95569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Future Cloud Technologies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Scalability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Optimization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Agility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Connectivity </a:t>
            </a:r>
          </a:p>
        </p:txBody>
      </p:sp>
    </p:spTree>
    <p:extLst>
      <p:ext uri="{BB962C8B-B14F-4D97-AF65-F5344CB8AC3E}">
        <p14:creationId xmlns:p14="http://schemas.microsoft.com/office/powerpoint/2010/main" val="262267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7505-C485-646F-94A9-4248492A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838F3E-C3B8-1C24-2999-22D97237C369}"/>
              </a:ext>
            </a:extLst>
          </p:cNvPr>
          <p:cNvSpPr txBox="1"/>
          <p:nvPr/>
        </p:nvSpPr>
        <p:spPr>
          <a:xfrm>
            <a:off x="698091" y="462116"/>
            <a:ext cx="955695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Cloud Adoption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Concerns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Threats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Requirements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Costs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Security Policies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Training</a:t>
            </a:r>
          </a:p>
        </p:txBody>
      </p:sp>
    </p:spTree>
    <p:extLst>
      <p:ext uri="{BB962C8B-B14F-4D97-AF65-F5344CB8AC3E}">
        <p14:creationId xmlns:p14="http://schemas.microsoft.com/office/powerpoint/2010/main" val="300923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53E9-3BF2-1122-5769-10876771D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BF2EB2-A534-AAB0-28B4-5E1A13117C54}"/>
              </a:ext>
            </a:extLst>
          </p:cNvPr>
          <p:cNvSpPr txBox="1"/>
          <p:nvPr/>
        </p:nvSpPr>
        <p:spPr>
          <a:xfrm>
            <a:off x="698091" y="462116"/>
            <a:ext cx="955695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transforming modern businesses through innovation and efficiency.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technologies such as: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Computing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Security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play a significant role in shaping the future of digital transformation.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that adopt these technologies can achieve greater productivity, security, and competitive advantage.</a:t>
            </a:r>
          </a:p>
        </p:txBody>
      </p:sp>
    </p:spTree>
    <p:extLst>
      <p:ext uri="{BB962C8B-B14F-4D97-AF65-F5344CB8AC3E}">
        <p14:creationId xmlns:p14="http://schemas.microsoft.com/office/powerpoint/2010/main" val="2547413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71CF-2DBD-1C70-9108-0BAF59374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89122D-83A0-733C-9A0A-6861AEDF5266}"/>
              </a:ext>
            </a:extLst>
          </p:cNvPr>
          <p:cNvSpPr txBox="1"/>
          <p:nvPr/>
        </p:nvSpPr>
        <p:spPr>
          <a:xfrm>
            <a:off x="4883229" y="2736392"/>
            <a:ext cx="95569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741148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467</Words>
  <Application>Microsoft Office PowerPoint</Application>
  <PresentationFormat>Widescreen</PresentationFormat>
  <Paragraphs>209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Future Cloud Trends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Rasmitha S</dc:creator>
  <cp:lastModifiedBy>Rasmitha S</cp:lastModifiedBy>
  <cp:revision>1</cp:revision>
  <dcterms:created xsi:type="dcterms:W3CDTF">2026-06-06T14:48:04Z</dcterms:created>
  <dcterms:modified xsi:type="dcterms:W3CDTF">2026-06-06T15:03:53Z</dcterms:modified>
</cp:coreProperties>
</file>